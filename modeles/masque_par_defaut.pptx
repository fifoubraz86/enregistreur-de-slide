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46520"/>
            <a:ext cx="11277295" cy="127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kern="1200">
          <a:solidFill>
            <a:srgbClr val="1F4E79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