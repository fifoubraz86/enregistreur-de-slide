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764" r:id="rId1"/>
  </p:sldMasterIdLst>
  <p:notesMasterIdLst>
    <p:notesMasterId r:id="rId4"/>
  </p:notesMasterIdLst>
  <p:handoutMasterIdLst>
    <p:handoutMasterId r:id="rId5"/>
  </p:handoutMasterIdLst>
  <p:sldIdLst>
    <p:sldId id="256" r:id="rId2"/>
    <p:sldId id="878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CCFFFF"/>
    <a:srgbClr val="DBEEF4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70" autoAdjust="0"/>
    <p:restoredTop sz="63046" autoAdjust="0"/>
  </p:normalViewPr>
  <p:slideViewPr>
    <p:cSldViewPr>
      <p:cViewPr varScale="1">
        <p:scale>
          <a:sx n="64" d="100"/>
          <a:sy n="64" d="100"/>
        </p:scale>
        <p:origin x="1854" y="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773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844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62364C-AA5A-4038-B7B8-A068D259AA3D}" type="datetimeFigureOut">
              <a:rPr lang="fr-FR" smtClean="0"/>
              <a:pPr/>
              <a:t>10/10/2026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FAEB9F-FFF5-4347-9C48-399B4D4D7BA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432957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A8C9FF-7B67-46F1-84FE-2136F3F760EE}" type="datetimeFigureOut">
              <a:rPr lang="fr-FR" smtClean="0"/>
              <a:pPr/>
              <a:t>10/10/2026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0C5788-2875-482B-AE9E-D3D19DF58495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96242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 i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i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i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i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i="1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Arial" charset="0"/>
              </a:defRPr>
            </a:lvl9pPr>
          </a:lstStyle>
          <a:p>
            <a:fld id="{995476F7-E4E8-4764-8C2B-53C2800475FF}" type="slidenum">
              <a:rPr lang="fr-FR" i="0" smtClean="0"/>
              <a:pPr/>
              <a:t>1</a:t>
            </a:fld>
            <a:endParaRPr lang="fr-FR" i="0" dirty="0"/>
          </a:p>
        </p:txBody>
      </p:sp>
      <p:sp>
        <p:nvSpPr>
          <p:cNvPr id="16386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87313" y="744538"/>
            <a:ext cx="6619875" cy="3724275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Rectangle 3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86536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 userDrawn="1"/>
        </p:nvSpPr>
        <p:spPr>
          <a:xfrm>
            <a:off x="1678518" y="3735389"/>
            <a:ext cx="8544983" cy="708025"/>
          </a:xfrm>
          <a:prstGeom prst="rect">
            <a:avLst/>
          </a:prstGeom>
          <a:solidFill>
            <a:schemeClr val="bg1"/>
          </a:solidFill>
        </p:spPr>
        <p:txBody>
          <a:bodyPr>
            <a:spAutoFit/>
          </a:bodyPr>
          <a:lstStyle/>
          <a:p>
            <a:pPr algn="ctr">
              <a:defRPr/>
            </a:pPr>
            <a:endParaRPr lang="fr-FR" sz="4000" b="1" i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4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546752C-645B-436C-A53C-1E62435E2FD0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60884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</a:t>
            </a:r>
            <a:r>
              <a:rPr lang="fr-FR" dirty="0" err="1"/>
              <a:t>niveaud</a:t>
            </a:r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4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BB614EE-82A8-47AD-879D-EF635CDEA14C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31105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A61CB1C-BAEF-46F6-A1CE-C05F03B2D881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28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31801" y="1600201"/>
            <a:ext cx="54737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08701" y="1600201"/>
            <a:ext cx="54737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95707C6-F947-4E29-BF65-2360533EF3F6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938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B3D3F91-660C-468B-9ADD-0124C63BE31D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531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A1450A5-1EEC-47D5-A615-A7E08954C401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5412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2"/>
          <p:cNvSpPr txBox="1">
            <a:spLocks/>
          </p:cNvSpPr>
          <p:nvPr userDrawn="1"/>
        </p:nvSpPr>
        <p:spPr>
          <a:xfrm>
            <a:off x="11408834" y="6665913"/>
            <a:ext cx="814917" cy="201612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8ED25636-9CEA-45F9-9B85-1276420EB31C}" type="slidenum">
              <a:rPr lang="fr-FR" sz="1200" i="0" smtClean="0"/>
              <a:pPr>
                <a:defRPr/>
              </a:pPr>
              <a:t>‹N°›</a:t>
            </a:fld>
            <a:endParaRPr lang="fr-FR" sz="1200" i="0" dirty="0"/>
          </a:p>
        </p:txBody>
      </p:sp>
    </p:spTree>
    <p:extLst>
      <p:ext uri="{BB962C8B-B14F-4D97-AF65-F5344CB8AC3E}">
        <p14:creationId xmlns:p14="http://schemas.microsoft.com/office/powerpoint/2010/main" val="1565466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2CC10B9-0A5B-4AE0-93E6-DA6E2C023748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2034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1FDD577-7F93-48FD-AD5D-9924CCBB1C41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26620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2284" y="115888"/>
            <a:ext cx="10752667" cy="1143000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31800" y="1600201"/>
            <a:ext cx="11150600" cy="4525963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D45ACDA-E3C0-49CA-87E3-432B2DE71273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634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771911C-DE94-42AC-ABF9-8C8BDBABFD7D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7286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12284" y="115888"/>
            <a:ext cx="1075266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 style du titre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600201"/>
            <a:ext cx="11150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pic>
        <p:nvPicPr>
          <p:cNvPr id="1028" name="Picture 25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41438"/>
            <a:ext cx="12192000" cy="144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pied de page 1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408834" y="6665913"/>
            <a:ext cx="814917" cy="2016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3866BA0-F420-4781-A880-5DE075555499}" type="slidenum">
              <a:rPr lang="fr-FR"/>
              <a:pPr>
                <a:defRPr/>
              </a:pPr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68050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>
          <a:solidFill>
            <a:srgbClr val="136FC3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accent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3366CC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>
          <a:solidFill>
            <a:srgbClr val="006699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rgbClr val="0099FF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rgbClr val="000066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rgbClr val="000066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rgbClr val="000066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rgbClr val="000066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rgbClr val="000066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67408" y="332656"/>
            <a:ext cx="10513168" cy="403187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endParaRPr lang="fr-FR" sz="3200" b="1" i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ctr">
              <a:defRPr/>
            </a:pPr>
            <a:r>
              <a:rPr lang="fr-FR" sz="4000" b="1" i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Item 224 – Hypertension artérielle de l'adulte : causes endocriniennes</a:t>
            </a:r>
          </a:p>
          <a:p>
            <a:pPr algn="ctr">
              <a:defRPr/>
            </a:pPr>
            <a:br>
              <a:rPr lang="fr-FR" sz="4000" b="1" i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</a:br>
            <a:r>
              <a:rPr lang="fr-FR" sz="4000" b="1" i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Etudiants de DFASM2 </a:t>
            </a:r>
            <a:endParaRPr lang="fr-FR" sz="3200" b="1" i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ctr">
              <a:defRPr/>
            </a:pPr>
            <a:endParaRPr lang="fr-FR" sz="3200" b="1" i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ctr">
              <a:defRPr/>
            </a:pPr>
            <a:endParaRPr lang="fr-FR" sz="3200" b="1" i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</p:txBody>
      </p:sp>
      <p:pic>
        <p:nvPicPr>
          <p:cNvPr id="15362" name="Picture 5" descr="http://www.math.univ-brest.fr/archives/recherche/presentation/UBO-Hor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49"/>
          <a:stretch>
            <a:fillRect/>
          </a:stretch>
        </p:blipFill>
        <p:spPr bwMode="auto">
          <a:xfrm>
            <a:off x="191344" y="5526345"/>
            <a:ext cx="2165350" cy="1316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3CCA820-6AC9-4569-8BEF-19DC993619DE}" type="slidenum">
              <a:rPr lang="fr-FR"/>
              <a:pPr>
                <a:defRPr/>
              </a:pPr>
              <a:t>1</a:t>
            </a:fld>
            <a:endParaRPr lang="fr-FR" dirty="0"/>
          </a:p>
        </p:txBody>
      </p:sp>
      <p:pic>
        <p:nvPicPr>
          <p:cNvPr id="78850" name="Picture 2" descr="Centre Hospitalier Régional et Universitaire de Brest - CHRU Bres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1081" y="5717198"/>
            <a:ext cx="4208391" cy="922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2135560" y="3789041"/>
            <a:ext cx="799288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fr-FR" sz="2000" b="1" i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THUILLIER PHILIPPE  (PU-PH)</a:t>
            </a:r>
          </a:p>
          <a:p>
            <a:pPr algn="ctr">
              <a:defRPr/>
            </a:pPr>
            <a:endParaRPr lang="fr-FR" sz="2000" b="1" i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ctr">
              <a:defRPr/>
            </a:pPr>
            <a:r>
              <a:rPr lang="fr-FR" sz="2000" b="1" i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Service d’Endocrinologie, Diabétologie et Maladies Métaboliques du CHRU de Brest</a:t>
            </a:r>
          </a:p>
          <a:p>
            <a:pPr algn="ctr">
              <a:defRPr/>
            </a:pPr>
            <a:endParaRPr lang="fr-FR" sz="2000" b="1" i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ctr">
              <a:defRPr/>
            </a:pPr>
            <a:r>
              <a:rPr lang="fr-FR" sz="2000" b="1" i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philippe.thuillier@chu-brest.fr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2AF792-83CB-433A-9684-E56BA17CA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 bilan biologique réaliser dans un premier temps: cocher la(es) bonne(s) réponse(s) </a:t>
            </a:r>
          </a:p>
          <a:p>
            <a:pPr lvl="1"/>
            <a:r>
              <a:rPr lang="fr-FR" dirty="0"/>
              <a:t>A SDHA</a:t>
            </a:r>
          </a:p>
          <a:p>
            <a:pPr lvl="1"/>
            <a:r>
              <a:rPr lang="fr-FR" b="1" dirty="0"/>
              <a:t>B Testostérone</a:t>
            </a:r>
          </a:p>
          <a:p>
            <a:pPr lvl="1"/>
            <a:r>
              <a:rPr lang="fr-FR" b="1" dirty="0"/>
              <a:t>C FSH, LH</a:t>
            </a:r>
          </a:p>
          <a:p>
            <a:pPr lvl="1"/>
            <a:r>
              <a:rPr lang="fr-FR" b="1" dirty="0"/>
              <a:t>D Estradiol</a:t>
            </a:r>
          </a:p>
          <a:p>
            <a:pPr lvl="1"/>
            <a:r>
              <a:rPr lang="fr-FR" b="1" dirty="0"/>
              <a:t>E HCG</a:t>
            </a:r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E117AC1-B6FF-921D-54CC-205BA449E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Question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FC8F0D-21CF-8E07-4F46-4953C23A8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BB614EE-82A8-47AD-879D-EF635CDEA14C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805304"/>
      </p:ext>
    </p:extLst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2317</TotalTime>
  <Words>75</Words>
  <Application>Microsoft Office PowerPoint</Application>
  <PresentationFormat>Grand écran</PresentationFormat>
  <Paragraphs>18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5" baseType="lpstr">
      <vt:lpstr>Arial</vt:lpstr>
      <vt:lpstr>Calibri</vt:lpstr>
      <vt:lpstr>Conception personnalisée</vt:lpstr>
      <vt:lpstr>Présentation PowerPoint</vt:lpstr>
      <vt:lpstr>Question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Marie</dc:creator>
  <cp:lastModifiedBy>THUILLIER Philippe</cp:lastModifiedBy>
  <cp:revision>954</cp:revision>
  <dcterms:created xsi:type="dcterms:W3CDTF">2011-09-13T08:54:06Z</dcterms:created>
  <dcterms:modified xsi:type="dcterms:W3CDTF">2026-10-10T13:03:36Z</dcterms:modified>
</cp:coreProperties>
</file>